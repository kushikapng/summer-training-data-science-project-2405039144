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6" r:id="rId7"/>
    <p:sldId id="267" r:id="rId8"/>
    <p:sldId id="268" r:id="rId9"/>
    <p:sldId id="26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2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600" b="1" dirty="0">
                <a:solidFill>
                  <a:schemeClr val="bg1"/>
                </a:solidFill>
              </a:rPr>
              <a:t>HR Attrition &amp; Employee Overview    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</a:t>
            </a:r>
            <a:r>
              <a:rPr lang="en-US" sz="1400" dirty="0" smtClean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CCE, CGC University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Kushika Sharma | 2405039144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Tech — CSE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Ashima and Mrs. Mandeep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</a:t>
            </a: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 smtClean="0"/>
              <a:t>The </a:t>
            </a:r>
            <a:r>
              <a:rPr lang="en-US" sz="1100" dirty="0"/>
              <a:t>HR team </a:t>
            </a:r>
            <a:r>
              <a:rPr lang="en-US" sz="1100" dirty="0" smtClean="0"/>
              <a:t>is </a:t>
            </a:r>
            <a:r>
              <a:rPr lang="en-US" sz="1100" dirty="0"/>
              <a:t>missing a clear visual breakdown of employee turnover across different departments and age groups. As a result, critical decisions regarding targeted retention strategies, department-specific interventions, and resource allocation for employee engagement are being delayed</a:t>
            </a:r>
            <a:r>
              <a:rPr lang="en-US" sz="1100" dirty="0" smtClean="0"/>
              <a:t>.</a:t>
            </a:r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/>
              <a:t>HR Team who needed a clear visual breakdown of employee turnover across different departments and age groups without manually analyzing raw headcount data</a:t>
            </a:r>
            <a:r>
              <a:rPr lang="en-US" sz="1100" dirty="0" smtClean="0"/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819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key DAX measures including Total Attrition, Attrition Rate, Total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average employee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5864" y="5440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92124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78408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9441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996" y="99441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701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42036"/>
              </p:ext>
            </p:extLst>
          </p:nvPr>
        </p:nvGraphicFramePr>
        <p:xfrm>
          <a:off x="457200" y="2478025"/>
          <a:ext cx="8046720" cy="2421116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3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36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b="0" dirty="0" smtClean="0"/>
                        <a:t>Age</a:t>
                      </a:r>
                      <a:r>
                        <a:rPr lang="en-IN" sz="1100" dirty="0" smtClean="0"/>
                        <a:t> (Age_group)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/>
                        <a:t>Demographic dimension used to group and analyze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5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 smtClean="0"/>
                        <a:t>Core target metric used to calculate Total Attrition (KPI card) and Attrition Rate across different dimensions.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36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/>
                        <a:t>Acting as a filter option in the slicer and a segment in the donut chart.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— base for SUM 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36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/>
                        <a:t>Primary categorical dimension used as a </a:t>
                      </a:r>
                      <a:r>
                        <a:rPr lang="en-US" sz="1000" b="0" dirty="0" smtClean="0"/>
                        <a:t>dashboard-wide slicer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54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 smtClean="0"/>
                        <a:t>Used to break down Total Headcount and Attrition Rate by specific operational roles.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388608" y="3427857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88608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61176" y="41285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388608" y="44485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Page, </a:t>
            </a: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US" sz="2400" b="1" dirty="0" smtClean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</a:t>
            </a:r>
            <a:r>
              <a:rPr lang="en-US" sz="1100" dirty="0"/>
              <a:t>Total Attrition, Sum of Employee Headcount, Sum of Hourly Rate</a:t>
            </a:r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Age group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 by Age group and Business travel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Total Attrition by Department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(Human resources, Research and development, Sales)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27776" y="399135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This page shows that employee turnover is highest among young staff under 25 and team members in the Research &amp; Development department. In terms of specific roles, Sales Representatives are leaving at the highest rate (40%), pointing out exactly where the company needs to focus on keeping its people.</a:t>
            </a:r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267252"/>
            <a:ext cx="5644896" cy="3299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Young talent is leaving the fastest, with employees </a:t>
            </a:r>
            <a:r>
              <a:rPr lang="en-US" sz="1100" b="1" dirty="0"/>
              <a:t>under 25</a:t>
            </a:r>
            <a:r>
              <a:rPr lang="en-US" sz="1100" dirty="0"/>
              <a:t> experiencing the highest overall attrition rate.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The </a:t>
            </a:r>
            <a:r>
              <a:rPr lang="en-US" sz="1100" b="1" dirty="0"/>
              <a:t>Research &amp; Development (R&amp;D)</a:t>
            </a:r>
            <a:r>
              <a:rPr lang="en-US" sz="1100" dirty="0"/>
              <a:t> department is the largest pain point, accounting for </a:t>
            </a:r>
            <a:r>
              <a:rPr lang="en-US" sz="1100" b="1" dirty="0"/>
              <a:t>56%</a:t>
            </a:r>
            <a:r>
              <a:rPr lang="en-US" sz="1100" dirty="0"/>
              <a:t> of all company </a:t>
            </a:r>
            <a:r>
              <a:rPr lang="en-US" sz="1100" dirty="0" smtClean="0"/>
              <a:t>departures.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Sales Representatives</a:t>
            </a:r>
            <a:r>
              <a:rPr lang="en-US" sz="1100" dirty="0"/>
              <a:t> face the most critical retention issue, holding a massive </a:t>
            </a:r>
            <a:r>
              <a:rPr lang="en-US" sz="1100" b="1" dirty="0"/>
              <a:t>40% attrition rate</a:t>
            </a:r>
            <a:r>
              <a:rPr lang="en-US" sz="1100" dirty="0"/>
              <a:t>—the highest of any individual job </a:t>
            </a:r>
            <a:r>
              <a:rPr lang="en-US" sz="1100" dirty="0" smtClean="0"/>
              <a:t>role.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The </a:t>
            </a:r>
            <a:r>
              <a:rPr lang="en-US" sz="1100" b="1" dirty="0"/>
              <a:t>Sales department</a:t>
            </a:r>
            <a:r>
              <a:rPr lang="en-US" sz="1100" dirty="0"/>
              <a:t> as a whole makes up nearly </a:t>
            </a:r>
            <a:r>
              <a:rPr lang="en-US" sz="1100" b="1" dirty="0"/>
              <a:t>39%</a:t>
            </a:r>
            <a:r>
              <a:rPr lang="en-US" sz="1100" dirty="0"/>
              <a:t> of total attrition (92 employees), making it the second hardest-hit area.</a:t>
            </a:r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smtClean="0"/>
              <a:t>Overall </a:t>
            </a:r>
            <a:r>
              <a:rPr lang="en-US" sz="1100" dirty="0"/>
              <a:t>job involvement peaks among employees aged </a:t>
            </a:r>
            <a:r>
              <a:rPr lang="en-US" sz="1100" b="1" dirty="0"/>
              <a:t>35–44</a:t>
            </a:r>
            <a:r>
              <a:rPr lang="en-US" sz="1100" dirty="0"/>
              <a:t> but drops significantly for the youngest (under 25) workforce.</a:t>
            </a:r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93776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5074920" y="3776472"/>
            <a:ext cx="420624" cy="402336"/>
          </a:xfrm>
          <a:prstGeom prst="ellipse">
            <a:avLst/>
          </a:prstGeom>
          <a:solidFill>
            <a:srgbClr val="E127B0"/>
          </a:solidFill>
          <a:ln>
            <a:solidFill>
              <a:srgbClr val="E127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5577840" y="3602736"/>
            <a:ext cx="3240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Business travel strongly affects employee engagement, as staff who </a:t>
            </a:r>
            <a:r>
              <a:rPr lang="en-US" sz="1100" b="1" dirty="0"/>
              <a:t>travel frequently</a:t>
            </a:r>
            <a:r>
              <a:rPr lang="en-US" sz="1100" dirty="0"/>
              <a:t> show noticeably higher drop-offs in job involvement as they 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6731" y="3575304"/>
            <a:ext cx="7200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1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IN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Power BI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raw data to published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Found that critical turnover is driven by employees under 25 and the R&amp;D department, highlighting exactly where to focus company retention efforts.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Created custom DAX measures to dynamically calculate specific attrition rates across different age groups and job roles.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If given more time, I would add predictive modeling to flag employees at high risk of leaving before they decide to quit.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676</Words>
  <Application>Microsoft Office PowerPoint</Application>
  <PresentationFormat>On-screen Show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Microsoft account</cp:lastModifiedBy>
  <cp:revision>22</cp:revision>
  <dcterms:created xsi:type="dcterms:W3CDTF">2026-06-29T04:56:05Z</dcterms:created>
  <dcterms:modified xsi:type="dcterms:W3CDTF">2026-07-01T04:38:59Z</dcterms:modified>
</cp:coreProperties>
</file>